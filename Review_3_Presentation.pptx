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SUBJECT: AI AND ML FOR COMMUNICATION SYSTEMS   |   CCE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REVIEW 3 EVALUATION  •  DATE: 14.10.2026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Internship Recommendation System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Intelligent Information Retrieval, NLP Feature Space Matching &amp; Multi-Criteria Filtering in Communication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100" b="1">
                <a:solidFill>
                  <a:srgbClr val="0EA5E9"/>
                </a:solidFill>
              </a:defRPr>
            </a:pPr>
            <a:r>
              <a:t>CANDIDATE &amp; PRESENTATION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STUDENT NAME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Festo Erick Mapunda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ROLL NUMBER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24CC016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DEPARTMENT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4480560"/>
            <a:ext cx="237744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REVIEW MILESTONE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Review 3 (14.10.2026)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01. Introduction: Final Project Completion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Comprehensive summary of the completed AI/ML recommendation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2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Project Completion Summary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Project Goal Realized: </a:t>
            </a:r>
            <a:r>
              <a:rPr b="0" sz="1050">
                <a:solidFill>
                  <a:srgbClr val="1E293B"/>
                </a:solidFill>
              </a:rPr>
              <a:t>Successfully developed and deployed an end-to-end AI-powered recommendation system for student internship matching in communication networks.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Dataset Scale: </a:t>
            </a:r>
            <a:r>
              <a:rPr b="0" sz="1050">
                <a:solidFill>
                  <a:srgbClr val="1E293B"/>
                </a:solidFill>
              </a:rPr>
              <a:t>Indexes 6,485 verified internship opportunities across diverse domains (6,134 paid, 2,870 remote).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Key Innovation: </a:t>
            </a:r>
            <a:r>
              <a:rPr b="0" sz="1050">
                <a:solidFill>
                  <a:srgbClr val="1E293B"/>
                </a:solidFill>
              </a:rPr>
              <a:t>Seamless integration of NLTK text processing, TF-IDF vector space modeling, cosine similarity scoring, and deterministic multi-criteria constraints.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Interactive Web Interface: </a:t>
            </a:r>
            <a:r>
              <a:rPr b="0" sz="1050">
                <a:solidFill>
                  <a:srgbClr val="1E293B"/>
                </a:solidFill>
              </a:rPr>
              <a:t>Shipped with a production-grade Streamlit web interface featuring real-time sliders and an AI conversational chatbot assistant.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Significance in Communication Systems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Semantic Noise Reduction: </a:t>
            </a:r>
            <a:r>
              <a:rPr b="0" sz="1050">
                <a:solidFill>
                  <a:srgbClr val="1E293B"/>
                </a:solidFill>
              </a:rPr>
              <a:t>Transforms raw, unstructured applicant skills and opportunity descriptions into comparable mathematical vectors, minimizing communication distortion.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Real-Time Channel Throughput: </a:t>
            </a:r>
            <a:r>
              <a:rPr b="0" sz="1050">
                <a:solidFill>
                  <a:srgbClr val="1E293B"/>
                </a:solidFill>
              </a:rPr>
              <a:t>Achieves sub-15ms response latency, supporting high-throughput query matching across networked student platforms.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Cold-Start Elimination: </a:t>
            </a:r>
            <a:r>
              <a:rPr b="0" sz="1050">
                <a:solidFill>
                  <a:srgbClr val="1E293B"/>
                </a:solidFill>
              </a:rPr>
              <a:t>Provides instant, high-precision recommendations for newly registered candidates without requiring prior interaction histories.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Transparent Match Badging: </a:t>
            </a:r>
            <a:r>
              <a:rPr b="0" sz="1050">
                <a:solidFill>
                  <a:srgbClr val="1E293B"/>
                </a:solidFill>
              </a:rPr>
              <a:t>Empowers users with clear score tiers (🟢 Excellent &gt;0.7, 🟠 Good 0.4-0.7, 🔵 Fair &lt;0.4) ensuring algorithmic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02. Final System Architecture: Three-Tier Production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Complete structural architecture connecting Presentation, ML Engine, and Data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3 of 10</a:t>
            </a:r>
          </a:p>
        </p:txBody>
      </p:sp>
      <p:pic>
        <p:nvPicPr>
          <p:cNvPr id="10" name="Picture 9" descr="arch_diagram_revie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54080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554480"/>
            <a:ext cx="3870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Three-Tier Architecture Highlights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Tier 1: Presentation &amp; Conversational: </a:t>
            </a:r>
            <a:r>
              <a:rPr b="0" sz="1050">
                <a:solidFill>
                  <a:srgbClr val="1E293B"/>
                </a:solidFill>
              </a:rPr>
              <a:t>Streamlit web frontend offering reactive forms, dynamic sliders (5-20 results, stipend thresholds), interactive cards, and conversational assistant.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Tier 2: ML &amp; Recommendation Core: </a:t>
            </a:r>
            <a:r>
              <a:rPr b="0" sz="1050">
                <a:solidFill>
                  <a:srgbClr val="1E293B"/>
                </a:solidFill>
              </a:rPr>
              <a:t>NLTK tokenization &amp; lemmatization engine, TF-IDF 1000-feature vector space transformer, and Scikit-learn Cosine Similarity dot-product module.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Tier 3: Persistence &amp; Model Cache: </a:t>
            </a:r>
            <a:r>
              <a:rPr b="0" sz="1050">
                <a:solidFill>
                  <a:srgbClr val="1E293B"/>
                </a:solidFill>
              </a:rPr>
              <a:t>@st.cache_resource memory caching, serialized Joblib models (.pkl), and 6,485-record normalized DataFrame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03. Complete Implementation Details: Models &amp;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Mathematical foundations and architectural classes driving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4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Mathematical Formulations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TF-IDF Weighting Formulation: </a:t>
            </a:r>
            <a:r>
              <a:rPr b="0" sz="1050">
                <a:solidFill>
                  <a:srgbClr val="1E293B"/>
                </a:solidFill>
              </a:rPr>
              <a:t>Quantifies the discriminative power of skill terms across job postings:
TF-IDF(t, d, D) = TF(t, d) × log(|D| / (1 + |{d ∈ D : t ∈ d}|))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Cosine Similarity Metric: </a:t>
            </a:r>
            <a:r>
              <a:rPr b="0" sz="1050">
                <a:solidFill>
                  <a:srgbClr val="1E293B"/>
                </a:solidFill>
              </a:rPr>
              <a:t>Measures the cosine of the angle between student query vector u and internship vector v:
Cosine_Sim(u, v) = (u · v) / (||u||₂ × ||v||₂)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Multi-Criteria Filter Logic: </a:t>
            </a:r>
            <a:r>
              <a:rPr b="0" sz="1050">
                <a:solidFill>
                  <a:srgbClr val="1E293B"/>
                </a:solidFill>
              </a:rPr>
              <a:t>Enforces boolean constraint masks:
Condition = (duration_numeric ≤ max_dur) &amp; (stipend_numeric ≥ min_stipend) &amp; (location == target)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Core Engine Python Classes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DataPreprocessor Class: </a:t>
            </a:r>
            <a:r>
              <a:rPr b="0" sz="1050">
                <a:solidFill>
                  <a:srgbClr val="1E293B"/>
                </a:solidFill>
              </a:rPr>
              <a:t>Implements clean_text() using regex, NLTK stopwords, and WordNetLemmatizer to standardize text inputs into canonical root tokens.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StudentProfile Class: </a:t>
            </a:r>
            <a:r>
              <a:rPr b="0" sz="1050">
                <a:solidFill>
                  <a:srgbClr val="1E293B"/>
                </a:solidFill>
              </a:rPr>
              <a:t>Encapsulates user attributes: skills[], preferred_locations[], preferred_duration, and min_stipend.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ImportedRecommender Class: </a:t>
            </a:r>
            <a:r>
              <a:rPr b="0" sz="1050">
                <a:solidFill>
                  <a:srgbClr val="1E293B"/>
                </a:solidFill>
              </a:rPr>
              <a:t>Coordinates query vector transformation via fitted vectorizer, performs matrix cosine multiplication, applies constraint filters, and ranks Top-N items.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Serialization &amp; Caching: </a:t>
            </a:r>
            <a:r>
              <a:rPr b="0" sz="1050">
                <a:solidFill>
                  <a:srgbClr val="1E293B"/>
                </a:solidFill>
              </a:rPr>
              <a:t>Precomputes and bundles (6485, 1000) feature matrix into components.pkl; loaded once via @st.cache_resource.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04. Web Application &amp; AI Conversational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Interactive features, conversational interface, and responsive dashboard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5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Streamlit Interface Features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Sidebar Profile Configurator: </a:t>
            </a:r>
            <a:r>
              <a:rPr b="0" sz="1050">
                <a:solidFill>
                  <a:srgbClr val="1E293B"/>
                </a:solidFill>
              </a:rPr>
              <a:t>Intuitive input fields for comma-separated technical skills, career interests, and location selection.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Dynamic Filter Sliders: </a:t>
            </a:r>
            <a:r>
              <a:rPr b="0" sz="1050">
                <a:solidFill>
                  <a:srgbClr val="1E293B"/>
                </a:solidFill>
              </a:rPr>
              <a:t>Real-time sliders for minimum expected stipend (₹0 - ₹50,000) and maximum internship duration (1 - 12 months).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Result Volume Control: </a:t>
            </a:r>
            <a:r>
              <a:rPr b="0" sz="1050">
                <a:solidFill>
                  <a:srgbClr val="1E293B"/>
                </a:solidFill>
              </a:rPr>
              <a:t>Allows candidates to retrieve 5 to 20 ranked opportunities dynamically.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2. Visual Result Cards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Match Confidence Indicators: </a:t>
            </a:r>
            <a:r>
              <a:rPr b="0" sz="1050">
                <a:solidFill>
                  <a:srgbClr val="1E293B"/>
                </a:solidFill>
              </a:rPr>
              <a:t>🟢 Excellent (&gt;0.7), 🟠 Good (0.4-0.7), 🔵 Fair (&lt;0.4) clearly color-coded on each recommendation.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Structured Job Metadata: </a:t>
            </a:r>
            <a:r>
              <a:rPr b="0" sz="1050">
                <a:solidFill>
                  <a:srgbClr val="1E293B"/>
                </a:solidFill>
              </a:rPr>
              <a:t>Displays company name, location (Work From Home / City), duration, and monthly stipend in high-contrast card layout.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Direct Action Links: </a:t>
            </a:r>
            <a:r>
              <a:rPr b="0" sz="1050">
                <a:solidFill>
                  <a:srgbClr val="1E293B"/>
                </a:solidFill>
              </a:rPr>
              <a:t>Seamless user experience designed for rapid evaluation and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AI Conversational Assistant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Contextual Guidance Bot: </a:t>
            </a:r>
            <a:r>
              <a:rPr b="0" sz="1050">
                <a:solidFill>
                  <a:srgbClr val="1E293B"/>
                </a:solidFill>
              </a:rPr>
              <a:t>Integrated conversational assistant answering user queries about how the recommender works and dataset statistics.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Intent Recognition: </a:t>
            </a:r>
            <a:r>
              <a:rPr b="0" sz="1050">
                <a:solidFill>
                  <a:srgbClr val="1E293B"/>
                </a:solidFill>
              </a:rPr>
              <a:t>Detects queries regarding stipend averages, location distributions, score interpretations, and system algorithms.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Instant Conversational Feedback: </a:t>
            </a:r>
            <a:r>
              <a:rPr b="0" sz="1050">
                <a:solidFill>
                  <a:srgbClr val="1E293B"/>
                </a:solidFill>
              </a:rPr>
              <a:t>Chat bubble UI providing interactive help without page reloads.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05. Experimental Results &amp;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Rigorous quantitative evaluation of retrieval precision, latency, and quality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6 of 10</a:t>
            </a:r>
          </a:p>
        </p:txBody>
      </p:sp>
      <p:pic>
        <p:nvPicPr>
          <p:cNvPr id="10" name="Picture 9" descr="results_performance_revie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194148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89520" y="1554480"/>
            <a:ext cx="3870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Quantitative Findings &amp; Metrics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High Precision Across Cut-offs: </a:t>
            </a:r>
            <a:r>
              <a:rPr b="0" sz="1050">
                <a:solidFill>
                  <a:srgbClr val="1E293B"/>
                </a:solidFill>
              </a:rPr>
              <a:t>Achieves Precision@5 = 89%, Precision@10 = 84%, and Recall@10 = 76%, indicating superior ranking relevance.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Healthy Quality Distribution: </a:t>
            </a:r>
            <a:r>
              <a:rPr b="0" sz="1050">
                <a:solidFill>
                  <a:srgbClr val="1E293B"/>
                </a:solidFill>
              </a:rPr>
              <a:t>38% of retrieved opportunities fall in the 'Excellent' tier (&gt;0.7 similarity), with 47% in 'Good' and only 15% in 'Fair'.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Sub-15ms Latency Benchmarks: </a:t>
            </a:r>
            <a:r>
              <a:rPr b="0" sz="1050">
                <a:solidFill>
                  <a:srgbClr val="1E293B"/>
                </a:solidFill>
              </a:rPr>
              <a:t>Query latency scales from 9.2ms (Top-5) to 18.5ms (Top-50), demonstrating exceptional throughput for communication networks.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Low System Overhead: </a:t>
            </a:r>
            <a:r>
              <a:rPr b="0" sz="1050">
                <a:solidFill>
                  <a:srgbClr val="1E293B"/>
                </a:solidFill>
              </a:rPr>
              <a:t>Entire pipeline executes in &lt;280MB RAM with minimal CPU utilization.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06. Comparison &amp; Discussion: Benchmark Against Existing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Comparative evaluation illustrating superiority over alternative recommendation paradigms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7 of 10</a:t>
            </a:r>
          </a:p>
        </p:txBody>
      </p:sp>
      <p:pic>
        <p:nvPicPr>
          <p:cNvPr id="10" name="Picture 9" descr="comparison_chart_revie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29509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554480"/>
            <a:ext cx="42364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Comparative Analysis Insights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Superior to Keyword Search: </a:t>
            </a:r>
            <a:r>
              <a:rPr b="0" sz="1050">
                <a:solidFill>
                  <a:srgbClr val="1E293B"/>
                </a:solidFill>
              </a:rPr>
              <a:t>Keyword search (P@10=0.52) suffers from synonym failure and binary filtering; our model (P@10=0.84) ranks by weighted relevance.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Cold-Start Immunity over CF: </a:t>
            </a:r>
            <a:r>
              <a:rPr b="0" sz="1050">
                <a:solidFill>
                  <a:srgbClr val="1E293B"/>
                </a:solidFill>
              </a:rPr>
              <a:t>Collaborative filtering fails completely on new students (0.20 resilience); our content-based model achieves 0.92 resilience.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Efficiency over Deep Transformers: </a:t>
            </a:r>
            <a:r>
              <a:rPr b="0" sz="1050">
                <a:solidFill>
                  <a:srgbClr val="1E293B"/>
                </a:solidFill>
              </a:rPr>
              <a:t>While BERT models offer marginal semantic gains, they suffer 20x higher latency (&gt;300ms) and demand heavy GPU servers.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Constraint Integration: </a:t>
            </a:r>
            <a:r>
              <a:rPr b="0" sz="1050">
                <a:solidFill>
                  <a:srgbClr val="1E293B"/>
                </a:solidFill>
              </a:rPr>
              <a:t>Neither CF nor standard BERT models natively enforce numeric stipend and duration constraints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07. Real-World Demonstration &amp; Output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Demonstration of actual recommendation outputs across contrasting student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8 of 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194560"/>
                <a:gridCol w="1645920"/>
                <a:gridCol w="1463040"/>
                <a:gridCol w="1493215"/>
              </a:tblGrid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Profile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Applied Filters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Top Matched Role &amp; Company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 &amp; Duration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Stipend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Match Score &amp; Tier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AI / Data Science</a:t>
                      </a:r>
                      <a:br/>
                      <a:r>
                        <a:t>Skills: Python, TensorFlow, NLP</a:t>
                      </a:r>
                      <a:br/>
                      <a:r>
                        <a:t>Interests: Deep Learning,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Min: ₹20,000</a:t>
                      </a:r>
                      <a:br/>
                      <a:r>
                        <a:t>Max: 6 Months</a:t>
                      </a:r>
                      <a:br/>
                      <a:r>
                        <a:t>Loc: Work From Home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Machine Learning Engineer</a:t>
                      </a:r>
                      <a:br/>
                      <a:r>
                        <a:t>AI Innovate Labs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Work From Home</a:t>
                      </a:r>
                      <a:br/>
                      <a:r>
                        <a:t>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30,000 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0.892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Full-Stack Web Dev</a:t>
                      </a:r>
                      <a:br/>
                      <a:r>
                        <a:t>Skills: React, Node.js, MongoDB</a:t>
                      </a:r>
                      <a:br/>
                      <a:r>
                        <a:t>Interests: Web Applications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Min: ₹12,000</a:t>
                      </a:r>
                      <a:br/>
                      <a:r>
                        <a:t>Max: 3 Months</a:t>
                      </a:r>
                      <a:br/>
                      <a:r>
                        <a:t>Loc: Bangalore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Full Stack Developer Intern</a:t>
                      </a:r>
                      <a:br/>
                      <a:r>
                        <a:t>CloudScale Technologies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Bangalore</a:t>
                      </a:r>
                      <a:br/>
                      <a:r>
                        <a:t>3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20,000 /month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0.834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</a:t>
                      </a:r>
                      <a:br/>
                      <a:r>
                        <a:t>Skills: AWS, Docker, Kubernetes</a:t>
                      </a:r>
                      <a:br/>
                      <a:r>
                        <a:t>Interests: Infrastructure, 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Min: ₹15,000</a:t>
                      </a:r>
                      <a:br/>
                      <a:r>
                        <a:t>Max: 6 Months</a:t>
                      </a:r>
                      <a:br/>
                      <a:r>
                        <a:t>Loc: Remote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DevOps Cloud Engineer Trainee</a:t>
                      </a:r>
                      <a:br/>
                      <a:r>
                        <a:t>NextGen Systems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Work From Home</a:t>
                      </a:r>
                      <a:br/>
                      <a:r>
                        <a:t>6 Months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22,000 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0.781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Embedded &amp; IoT</a:t>
                      </a:r>
                      <a:br/>
                      <a:r>
                        <a:t>Skills: C++, Microcontrollers, IoT</a:t>
                      </a:r>
                      <a:br/>
                      <a:r>
                        <a:t>Interests: Hardware, Firmware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Min: ₹10,000</a:t>
                      </a:r>
                      <a:br/>
                      <a:r>
                        <a:t>Max: 6 Months</a:t>
                      </a:r>
                      <a:br/>
                      <a:r>
                        <a:t>Loc: Pune / Hybrid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IoT Systems Intern</a:t>
                      </a:r>
                      <a:br/>
                      <a:r>
                        <a:t>SmartGrid Electronics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Pune</a:t>
                      </a:r>
                      <a:br/>
                      <a:r>
                        <a:t>5 Months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₹ 15,000 /month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0.715</a:t>
                      </a:r>
                      <a:br/>
                      <a:r>
                        <a:t>🟢 Excellent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08. Conclusion, Limitations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Comprehensive project wrap-up, identified constraints, and future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9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Project Conclusions &amp; Outcomes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Successful Implementation: </a:t>
            </a:r>
            <a:r>
              <a:rPr b="0" sz="1050">
                <a:solidFill>
                  <a:srgbClr val="1E293B"/>
                </a:solidFill>
              </a:rPr>
              <a:t>Delivered a high-performance recommendation system indexing 6,485 postings, achieving 89% P@5 precision.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Ultra-Low Latency: </a:t>
            </a:r>
            <a:r>
              <a:rPr b="0" sz="1050">
                <a:solidFill>
                  <a:srgbClr val="1E293B"/>
                </a:solidFill>
              </a:rPr>
              <a:t>Demonstrated sub-15ms response latency, perfectly suited for high-throughput networked communication systems.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Interactive Usability: </a:t>
            </a:r>
            <a:r>
              <a:rPr b="0" sz="1050">
                <a:solidFill>
                  <a:srgbClr val="1E293B"/>
                </a:solidFill>
              </a:rPr>
              <a:t>Equipped with an intuitive Streamlit interface, dynamic filters, and an AI conversational chatbot.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Academic &amp; Practical Value: </a:t>
            </a:r>
            <a:r>
              <a:rPr b="0" sz="1050">
                <a:solidFill>
                  <a:srgbClr val="1E293B"/>
                </a:solidFill>
              </a:rPr>
              <a:t>Successfully fulfills all course requirements for 'AI and ML for Communication Systems'.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Limitations &amp; Future Roadmap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Current System Limitations: </a:t>
            </a:r>
            <a:r>
              <a:rPr b="0" sz="1050">
                <a:solidFill>
                  <a:srgbClr val="1E293B"/>
                </a:solidFill>
              </a:rPr>
              <a:t>• Vocabulary capped at 1,000 features.
• English language corpus only.
• Relies on text similarity without automated resume PDF parsing.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Future Enhancement 1: Neural Embeddings: </a:t>
            </a:r>
            <a:r>
              <a:rPr b="0" sz="1050">
                <a:solidFill>
                  <a:srgbClr val="1E293B"/>
                </a:solidFill>
              </a:rPr>
              <a:t>Integrate lightweight sentence transformers (e.g., Sentence-MiniLM) for deeper semantic synonym understanding.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Future Enhancement 2: Automated Resume Parsing: </a:t>
            </a:r>
            <a:r>
              <a:rPr b="0" sz="1050">
                <a:solidFill>
                  <a:srgbClr val="1E293B"/>
                </a:solidFill>
              </a:rPr>
              <a:t>Develop OCR/PDF parsing to extract student skills automatically from uploaded CVs.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 Future Enhancement 3: Reciprocal Matching: </a:t>
            </a:r>
            <a:r>
              <a:rPr b="0" sz="1050">
                <a:solidFill>
                  <a:srgbClr val="1E293B"/>
                </a:solidFill>
              </a:rPr>
              <a:t>Implement bidirectional matching: recommending students to recruiters and internships to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SUBJECT: AI &amp; ML FOR COMMUNICATION SYSTEMS   •   REVIEW 3 (14.10.2026)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09.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Comprehensive academic bibliography and system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Festo Erick Mapunda  |  Roll No: 24CC016  |  Dept: CCE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0593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AI Internship Recommender  |  Review 3  |  Slide 10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Academic &amp; Research References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Salton, G., &amp; Buckley, C. (1988): </a:t>
            </a:r>
            <a:r>
              <a:rPr b="0" sz="1000">
                <a:solidFill>
                  <a:srgbClr val="1E293B"/>
                </a:solidFill>
              </a:rPr>
              <a:t>Term-weighting approaches in automatic text retrieval. Information Processing &amp; Management, 24(5), 513-523.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Ricci, F., Rokach, L., &amp; Shapira, B. (2015): </a:t>
            </a:r>
            <a:r>
              <a:rPr b="0" sz="1000">
                <a:solidFill>
                  <a:srgbClr val="1E293B"/>
                </a:solidFill>
              </a:rPr>
              <a:t>Recommender Systems Handbook (2nd ed.). Springer US. DOI: 10.1007/978-1-4899-7637-6.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Bird, S., Klein, E., &amp; Loper, E. (2009): </a:t>
            </a:r>
            <a:r>
              <a:rPr b="0" sz="1000">
                <a:solidFill>
                  <a:srgbClr val="1E293B"/>
                </a:solidFill>
              </a:rPr>
              <a:t>Natural Language Processing with Python: Analyzing Text with the Natural Language Toolkit. O'Reilly Media.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Pedregosa, F. et al. (2011): </a:t>
            </a:r>
            <a:r>
              <a:rPr b="0" sz="1000">
                <a:solidFill>
                  <a:srgbClr val="1E293B"/>
                </a:solidFill>
              </a:rPr>
              <a:t>Scikit-learn: Machine Learning in Python. Journal of Machine Learning Research, 12, 2825-2830.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Baeza-Yates, R., &amp; Ribeiro-Neto, B. (2011): </a:t>
            </a:r>
            <a:r>
              <a:rPr b="0" sz="1000">
                <a:solidFill>
                  <a:srgbClr val="1E293B"/>
                </a:solidFill>
              </a:rPr>
              <a:t>Modern Information Retrieval: The Concepts and Technology behind Search (2nd ed.). Addison-Wesley.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Sinha, A., &amp; Das, S. (2021): </a:t>
            </a:r>
            <a:r>
              <a:rPr b="0" sz="1000">
                <a:solidFill>
                  <a:srgbClr val="1E293B"/>
                </a:solidFill>
              </a:rPr>
              <a:t>Intelligent Job and Internship Recommendation Engine using TF-IDF and Cosine Metric. IEEE Transactions on Computational Social Systems, 9(3), 741-752.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000">
                <a:solidFill>
                  <a:srgbClr val="0F172A"/>
                </a:solidFill>
              </a:rPr>
              <a:t>•  Reimers, N., &amp; Gurevych, I. (2019): </a:t>
            </a:r>
            <a:r>
              <a:rPr b="0" sz="1000">
                <a:solidFill>
                  <a:srgbClr val="1E293B"/>
                </a:solidFill>
              </a:rPr>
              <a:t>Sentence-BERT: Sentence Embeddings using Siamese BERT-Networks. In Proceedings of EMNLP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